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FB4F77-6D50-4563-B049-6B4D76D728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62A3BC-6889-4948-B74C-F2D10D0FDE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C74D35E-550B-45CF-A073-A4EDE6C9F4C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288000" y="252000"/>
            <a:ext cx="864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AURA Project Summary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432000" y="1152000"/>
            <a:ext cx="7920000" cy="122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AURA turns live robot video into simple, usable guidance.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 watches the scene, highlights risks, and suggests the next safe move.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goal is clarity for operators, not technical complexity.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88000" y="252000"/>
            <a:ext cx="864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What The System Does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32000" y="1152000"/>
            <a:ext cx="7920000" cy="150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Accepts live camera or recorded video as input.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Describes what is happening around the robot in real time.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Shows clear movement suggestions such as move forward, turn, or hold.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Keeps a visible history so users can review what the system saw.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288000" y="252000"/>
            <a:ext cx="864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Key Improvements Completed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32000" y="1152000"/>
            <a:ext cx="7920000" cy="292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Fixed synchronization so displayed results better match the viewed image.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Added multi-image reasoning so the system can use several recent frames together.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Enabled the same multi-frame support for both video files and live camera mode.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Adjusted speech alerts so the system speaks only when a hazard is detected.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Integrated MLflow so runs, outputs, and warnings can be tracked over time.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288000" y="252000"/>
            <a:ext cx="864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Why These Changes Matter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432000" y="1152000"/>
            <a:ext cx="7920000" cy="150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Operators get more trustworthy guidance.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Warnings are less noisy and easier to pay attention to.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Movement suggestions are based on a short sequence, not a single snapshot.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system is easier to explain in demos and evaluations.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288000" y="252000"/>
            <a:ext cx="864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Recent Reliability Upgrade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432000" y="1152000"/>
            <a:ext cx="7920000" cy="122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Each result now carries a frame reference and capture time.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makes it easier to confirm that the decision came from the correct moment.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 also improves review, troubleshooting, and presentation quality.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288000" y="252000"/>
            <a:ext cx="864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Current Value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32000" y="1152000"/>
            <a:ext cx="7920000" cy="20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Safer and clearer robot awareness for indoor navigation scenarios.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Simple user interface with real-time captions, decisions, and hazard alerts.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MLflow records results across runs, making comparisons and reporting easier.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stronger base for demos, academic reporting, and future field testing.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288000" y="252000"/>
            <a:ext cx="864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How MLflow Helps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32000" y="1152000"/>
            <a:ext cx="7920000" cy="122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Keeps a record of what the system saw and what it decided.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Makes it easier to compare different prompts, settings, and models.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Supports project reporting with saved outputs and run history.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Helps the team review progress without reading technical logs.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288000" y="252000"/>
            <a:ext cx="864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Recommended Next Steps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32000" y="1152000"/>
            <a:ext cx="7920000" cy="179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Improve motion understanding across several frames even further.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Use confidence levels to make the robot more conservative when unsure.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Present decisions with a short plain-language explanation for non-technical users.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Expand evaluation with more realistic robot paths and edge cases.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2026-03-13T22:55:25Z</dcterms:created>
  <dc:creator/>
  <dc:description/>
  <dc:language>en-US</dc:language>
  <cp:lastModifiedBy/>
  <dcterms:modified xsi:type="dcterms:W3CDTF">2026-03-13T22:55:25Z</dcterms:modified>
  <cp:revision>1</cp:revision>
  <dc:subject/>
  <dc:title/>
</cp:coreProperties>
</file>